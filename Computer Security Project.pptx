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Montserrat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Italic.fntdata"/><Relationship Id="rId10" Type="http://schemas.openxmlformats.org/officeDocument/2006/relationships/font" Target="fonts/Montserrat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Montserra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8d0952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78d0952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Secure Document Sharing Platform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Brandon Son (bjs334)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App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SecureDocs is a private document sharing platform where users can upload, store, and share files with controlled permissions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Current Limitations and Bugs: Reset password functionality does not actually work, not connected to email service, admins currently cannot reset passwords.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